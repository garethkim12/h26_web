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18" autoAdjust="0"/>
  </p:normalViewPr>
  <p:slideViewPr>
    <p:cSldViewPr snapToGrid="0" snapToObjects="1">
      <p:cViewPr varScale="1">
        <p:scale>
          <a:sx n="92" d="100"/>
          <a:sy n="92" d="100"/>
        </p:scale>
        <p:origin x="9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3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47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287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329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8980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447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3880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2658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19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1537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936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1481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305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02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1752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7A55">
              <a:alpha val="18000"/>
            </a:srgbClr>
          </a:solidFill>
          <a:ln w="12700">
            <a:solidFill>
              <a:srgbClr val="00FFB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v7.0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20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EVASION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7160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코드 구조 분석 &amp; 설명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언어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JavaScript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렌더링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2D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슬라이드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Slides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0" y="4480560"/>
            <a:ext cx="1188720" cy="292608"/>
          </a:xfrm>
          <a:prstGeom prst="rect">
            <a:avLst/>
          </a:prstGeom>
          <a:solidFill>
            <a:srgbClr val="00CC80">
              <a:alpha val="20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77640" y="4480560"/>
            <a:ext cx="1188720" cy="292608"/>
          </a:xfrm>
          <a:prstGeom prst="rect">
            <a:avLst/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4480560"/>
            <a:ext cx="1188720" cy="292608"/>
          </a:xfrm>
          <a:prstGeom prst="rect">
            <a:avLst/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게임 개요 &amp;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EVASION은 사방에서 날아오는 장애물을 키보드 방향키로 조종해 회피하는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생존형 2D 아케이드 게임입니다. 시간이 지날수록 난이도가 상승하며,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10초마다 특수 이벤트(파편 폭격·운석·산란), 70초 이후 감마 레이저가 추가됩니다.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38912" cy="62179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 구조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구성 및 전체 아키텍처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28800"/>
            <a:ext cx="438912" cy="62179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85232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상태 관리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FSM과 전역 변수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78608"/>
            <a:ext cx="438912" cy="62179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78608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렌더링 파이프라인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8712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draw 루프 설명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578608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78608"/>
            <a:ext cx="438912" cy="621792"/>
          </a:xfrm>
          <a:prstGeom prst="rect">
            <a:avLst/>
          </a:prstGeom>
          <a:solidFill>
            <a:srgbClr val="FF2060">
              <a:alpha val="3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78608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85232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&amp; 충돌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8712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생성·이동·충돌 감지 로직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28416"/>
            <a:ext cx="438912" cy="621792"/>
          </a:xfrm>
          <a:prstGeom prst="rect">
            <a:avLst/>
          </a:prstGeom>
          <a:solidFill>
            <a:srgbClr val="7C4DFF">
              <a:alpha val="3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28416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특수 이벤트 시스템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FSM (10초 주기)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28416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328416"/>
            <a:ext cx="438912" cy="62179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28416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85232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감마 레이저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 이후 레이저 FSM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78224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78224"/>
            <a:ext cx="438912" cy="62179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78224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7552" y="4133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 시스템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" y="4370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HARD / EXTREME 설정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78224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078224"/>
            <a:ext cx="438912" cy="62179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78224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B4"/>
                </a:solidFill>
                <a:latin typeface="Consolas" pitchFamily="34" charset="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85232" y="4133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리더보드 &amp; UI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4370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저장·HUD·화면 전환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</a:t>
            </a:r>
            <a:r>
              <a:rPr lang="en-US" sz="2200" b="1" dirty="0" err="1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</a:t>
            </a: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b="1" dirty="0" err="1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구조</a:t>
            </a: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ko-KR" alt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시스템 </a:t>
            </a:r>
            <a:r>
              <a:rPr lang="ko-KR" altLang="en-US" sz="2200" b="1" dirty="0" err="1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아키택쳐</a:t>
            </a:r>
            <a:r>
              <a:rPr lang="en-US" altLang="ko-KR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D248AB7C-CA65-4498-9076-71F097B24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146" y="807140"/>
            <a:ext cx="5682957" cy="424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9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프로젝트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657600" cy="292608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87552"/>
            <a:ext cx="343814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evasion-v6/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 &lt;canvas&gt; &lt;script&gt;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
  └──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 내부 구성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상수 / 난이도 설정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전역 상태 변수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함수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/ Laser FSM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드로잉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 / onHit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7.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 / draw()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8.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Loop (rAF)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실행 흐름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37802" y="1243872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37802" y="1280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37802" y="1536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초기화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37802" y="1975392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7802" y="2011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37802" y="2268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779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update(dt)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FSM·스폰·충돌·점수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274320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779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035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렌더링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6166" y="3609001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6166" y="3645577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76166" y="390160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저장·화면 전환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06482" y="1792512"/>
            <a:ext cx="0" cy="164592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3775" y="2524032"/>
            <a:ext cx="212707" cy="219167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5385816" y="2524032"/>
            <a:ext cx="420624" cy="219168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4804" y="2524032"/>
            <a:ext cx="469540" cy="219168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3291841"/>
            <a:ext cx="957242" cy="31716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핵심 상태 관리 — FSM &amp; 전역 변수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상태 (state)</a:t>
            </a:r>
            <a:endParaRPr lang="en-US" sz="1200" dirty="0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5E1C8999-731B-4715-81DA-BE6EA35BAF36}"/>
              </a:ext>
            </a:extLst>
          </p:cNvPr>
          <p:cNvGrpSpPr/>
          <p:nvPr/>
        </p:nvGrpSpPr>
        <p:grpSpPr>
          <a:xfrm>
            <a:off x="368510" y="1480753"/>
            <a:ext cx="1280160" cy="502920"/>
            <a:chOff x="130766" y="1237637"/>
            <a:chExt cx="1280160" cy="502920"/>
          </a:xfrm>
        </p:grpSpPr>
        <p:sp>
          <p:nvSpPr>
            <p:cNvPr id="5" name="Shape 3"/>
            <p:cNvSpPr/>
            <p:nvPr/>
          </p:nvSpPr>
          <p:spPr>
            <a:xfrm>
              <a:off x="130766" y="1237637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00CC8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30766" y="1237637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CC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'start'</a:t>
              </a:r>
              <a:endParaRPr lang="en-US" sz="1000" dirty="0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47823D1-7ACC-42A9-B4A3-5BADCB7E2135}"/>
              </a:ext>
            </a:extLst>
          </p:cNvPr>
          <p:cNvGrpSpPr/>
          <p:nvPr/>
        </p:nvGrpSpPr>
        <p:grpSpPr>
          <a:xfrm>
            <a:off x="1970532" y="928116"/>
            <a:ext cx="1280160" cy="502920"/>
            <a:chOff x="2103120" y="1226671"/>
            <a:chExt cx="1280160" cy="502920"/>
          </a:xfrm>
        </p:grpSpPr>
        <p:sp>
          <p:nvSpPr>
            <p:cNvPr id="7" name="Shape 5"/>
            <p:cNvSpPr/>
            <p:nvPr/>
          </p:nvSpPr>
          <p:spPr>
            <a:xfrm>
              <a:off x="2103120" y="1226671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00FFB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103120" y="1273831"/>
              <a:ext cx="1280160" cy="3854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FFB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'play'</a:t>
              </a:r>
              <a:endParaRPr lang="en-US" sz="1000" dirty="0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594F3BE-ACF8-442F-8FE0-D00456469854}"/>
              </a:ext>
            </a:extLst>
          </p:cNvPr>
          <p:cNvGrpSpPr/>
          <p:nvPr/>
        </p:nvGrpSpPr>
        <p:grpSpPr>
          <a:xfrm>
            <a:off x="3492832" y="1476756"/>
            <a:ext cx="1294228" cy="502920"/>
            <a:chOff x="3474720" y="1234440"/>
            <a:chExt cx="1294228" cy="502920"/>
          </a:xfrm>
        </p:grpSpPr>
        <p:sp>
          <p:nvSpPr>
            <p:cNvPr id="9" name="Shape 7"/>
            <p:cNvSpPr/>
            <p:nvPr/>
          </p:nvSpPr>
          <p:spPr>
            <a:xfrm>
              <a:off x="3474720" y="1234440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FF900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488788" y="1328705"/>
              <a:ext cx="1280160" cy="3059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9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'dying'</a:t>
              </a:r>
              <a:endParaRPr lang="en-US" sz="1000" dirty="0"/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788DB40-1475-4295-85DC-0ED116E860B0}"/>
              </a:ext>
            </a:extLst>
          </p:cNvPr>
          <p:cNvGrpSpPr/>
          <p:nvPr/>
        </p:nvGrpSpPr>
        <p:grpSpPr>
          <a:xfrm>
            <a:off x="2795954" y="2263012"/>
            <a:ext cx="1280160" cy="502920"/>
            <a:chOff x="3474721" y="2148840"/>
            <a:chExt cx="1280160" cy="502920"/>
          </a:xfrm>
        </p:grpSpPr>
        <p:sp>
          <p:nvSpPr>
            <p:cNvPr id="11" name="Shape 9"/>
            <p:cNvSpPr/>
            <p:nvPr/>
          </p:nvSpPr>
          <p:spPr>
            <a:xfrm>
              <a:off x="3474721" y="2148840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FF206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474721" y="2266647"/>
              <a:ext cx="1280160" cy="2947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206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'over'</a:t>
              </a:r>
              <a:endParaRPr lang="en-US" sz="1000" dirty="0"/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D5DB45B-ED16-46F9-9E39-D5B7A835F633}"/>
              </a:ext>
            </a:extLst>
          </p:cNvPr>
          <p:cNvGrpSpPr/>
          <p:nvPr/>
        </p:nvGrpSpPr>
        <p:grpSpPr>
          <a:xfrm>
            <a:off x="668352" y="2268871"/>
            <a:ext cx="1280160" cy="502920"/>
            <a:chOff x="1267371" y="2217420"/>
            <a:chExt cx="1280160" cy="502920"/>
          </a:xfrm>
        </p:grpSpPr>
        <p:sp>
          <p:nvSpPr>
            <p:cNvPr id="13" name="Shape 11"/>
            <p:cNvSpPr/>
            <p:nvPr/>
          </p:nvSpPr>
          <p:spPr>
            <a:xfrm>
              <a:off x="1267371" y="2217420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6060A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267371" y="2308860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060A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'menu'</a:t>
              </a:r>
              <a:endParaRPr lang="en-US" sz="10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1352928" y="127504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startGame() </a:t>
            </a: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51859" y="122794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player.life≤0  </a:t>
            </a: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82212" y="205517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850" dirty="0" err="1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gameOver</a:t>
            </a: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전역 변수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128016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90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변수명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37360" y="3063240"/>
            <a:ext cx="91440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51760" y="3063240"/>
            <a:ext cx="219456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0906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37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37360" y="3310128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3337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51760" y="3310128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3375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누적 게임 시간(초)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557016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737360" y="3557016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3584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51760" y="3557016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5844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위치·속도·라이프·Trail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803904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313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obstacles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737360" y="3803904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3831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51760" y="3803904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8313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활성 장애물 목록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50792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078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particles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737360" y="4050792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40782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651760" y="4050792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40782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폭발 파티클 목록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297680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3251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eventPhase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737360" y="4297680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83080" y="4325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51760" y="4297680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97480" y="4325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FSM 상태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44568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laserPhase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737360" y="4544568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83080" y="45720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651760" y="4544568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4572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FSM 상태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4791456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8188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surgeActive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737360" y="4791456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8308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651760" y="4791456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97480" y="48188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50초 서지 여부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84632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FSM (3-phase)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669280" y="123444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1271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669280" y="1545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nextEventAt 대기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669280" y="210312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2139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669280" y="2414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배너 표시 2.5초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669280" y="297180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0" y="3008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firing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669280" y="3282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실행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720840" y="1801368"/>
            <a:ext cx="9144" cy="301752"/>
          </a:xfrm>
          <a:prstGeom prst="line">
            <a:avLst/>
          </a:prstGeom>
          <a:noFill/>
          <a:ln w="19050">
            <a:solidFill>
              <a:srgbClr val="FF9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20840" y="2679192"/>
            <a:ext cx="9144" cy="301752"/>
          </a:xfrm>
          <a:prstGeom prst="line">
            <a:avLst/>
          </a:prstGeom>
          <a:noFill/>
          <a:ln w="19050">
            <a:solidFill>
              <a:srgbClr val="FF9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0" y="1810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≥ nextEventAt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846320" y="2688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warnTimer ≤ 0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720840" y="3566160"/>
            <a:ext cx="9144" cy="45720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0" y="4023360"/>
            <a:ext cx="1691640" cy="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29200" y="1234440"/>
            <a:ext cx="9144" cy="278892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7492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nextEventAt += 10s</a:t>
            </a:r>
            <a:endParaRPr lang="en-US" sz="800" dirty="0"/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73D0DD90-B2CD-45EC-8983-F8AB2BDA9211}"/>
              </a:ext>
            </a:extLst>
          </p:cNvPr>
          <p:cNvSpPr/>
          <p:nvPr/>
        </p:nvSpPr>
        <p:spPr>
          <a:xfrm>
            <a:off x="2029872" y="24055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 to menu</a:t>
            </a: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850" dirty="0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9948AA2B-3DCB-4220-831E-C81074A5ED64}"/>
              </a:ext>
            </a:extLst>
          </p:cNvPr>
          <p:cNvSpPr/>
          <p:nvPr/>
        </p:nvSpPr>
        <p:spPr>
          <a:xfrm>
            <a:off x="2135300" y="193693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↖</a:t>
            </a: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restart</a:t>
            </a: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850" dirty="0"/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66D6F7DB-4A67-4869-8851-516AFEAD6CE2}"/>
              </a:ext>
            </a:extLst>
          </p:cNvPr>
          <p:cNvSpPr/>
          <p:nvPr/>
        </p:nvSpPr>
        <p:spPr>
          <a:xfrm>
            <a:off x="647505" y="2012608"/>
            <a:ext cx="1443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game difficult(easy/hard/ex)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렌더링 파이프라인 — Canvas 2D API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 실행 순서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" cy="34747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52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ctx.save() + 흔들림 translate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shakeTimer &gt; 0 시 x축 오프셋 적용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" cy="34747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16916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709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배경 clear + fillRect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8745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0A0A0F로 전체 초기화, 레벨5+ 붉은 오버레이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365760" cy="34747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48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21488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167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서지 경고 오버레이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3317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펄스 fillRect + 경계선 strokeRect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365760" cy="347472"/>
          </a:xfrm>
          <a:prstGeom prst="rect">
            <a:avLst/>
          </a:prstGeom>
          <a:solidFill>
            <a:srgbClr val="7C4DFF">
              <a:alpha val="3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26060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6243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drawObstacle()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7889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6가지 shape: 원·사각·삼각·초승달·별·우주선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365760" cy="347472"/>
          </a:xfrm>
          <a:prstGeom prst="rect">
            <a:avLst/>
          </a:prstGeom>
          <a:solidFill>
            <a:srgbClr val="FF2060">
              <a:alpha val="3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63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30632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081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파티클 렌더링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32461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감소하는 원형 파티클 hsla() 색상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365760" cy="34747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20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35204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3538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drawLaser()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7033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점선 / 발사 사이안 glow 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365760" cy="34747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776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" y="39776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3995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drawPlayer()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41605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잔상 + 원형 본체 + 깜빡 무적 처리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434840"/>
            <a:ext cx="365760" cy="347472"/>
          </a:xfrm>
          <a:prstGeom prst="rect">
            <a:avLst/>
          </a:prstGeom>
          <a:solidFill>
            <a:srgbClr val="6060A0">
              <a:alpha val="30000"/>
            </a:srgbClr>
          </a:solidFill>
          <a:ln w="12700">
            <a:solidFill>
              <a:srgbClr val="6060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34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8680" y="44348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453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ctx.restore()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" y="46177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행렬 복원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 장애물 &amp; 충돌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스폰 로직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192024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43584"/>
            <a:ext cx="38953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spawnObstacle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 {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4방향 중 랜덤 선택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Math.floor(random()*4)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속도 = 기본 + 레벨보정 + 서지배율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getSpeed(t)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유도각 (aimMul로 조정)
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vx = (player.x - x) * 0.012 * aim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shape: 6종 랜덤 배정
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obstacles.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({...})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 감지 (원형 AABB)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4114800" cy="86868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566160"/>
            <a:ext cx="38953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collides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(player, obstacle) {
  const dist 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Math.hypot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(Δx, Δy)
  return dist &lt; player.r + obstacle.r * 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파편 6가지 형태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70432"/>
            <a:ext cx="1901952" cy="45720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· 원형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581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ctx.arc()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48272" y="1170432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1170432"/>
            <a:ext cx="1901952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사각형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9712" y="1581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ctx.rect()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22576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22576"/>
            <a:ext cx="1901952" cy="45720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삼각형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3점 lineTo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48272" y="2322576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8272" y="2322576"/>
            <a:ext cx="1901952" cy="457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초승달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destination-out 마스킹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474720"/>
            <a:ext cx="1901952" cy="45720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별(5각)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10점 교대 반지름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48272" y="3474720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48272" y="3474720"/>
            <a:ext cx="1901952" cy="45720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우주선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39712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6점 다각형 좌표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846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onHit():  life-- → updateLifeBar() → invincibleTimer=1.8s → shakeTimer=0.3s → life≤0 → gameOver()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 특수 이벤트 시스템 (10초 주기)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54864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24128"/>
            <a:ext cx="1828800" cy="329184"/>
          </a:xfrm>
          <a:prstGeom prst="rect">
            <a:avLst/>
          </a:prstGeom>
          <a:solidFill>
            <a:srgbClr val="FF9000">
              <a:alpha val="25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파편 폭격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한쪽 면에서 20~28개의 파편이 일정 간격(11px)으로 일렬 대형을 이뤄 80ms 간격으로 연속 스폰됩니다.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round((20 + random*8) × spawnMul × surgeMul)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 루프로 각 파편을 80ms 간격 순차 생성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shape: 원·사각·삼각·별·우주선 중 랜덤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914400"/>
            <a:ext cx="2743200" cy="54864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024128"/>
            <a:ext cx="1828800" cy="329184"/>
          </a:xfrm>
          <a:prstGeom prst="rect">
            <a:avLst/>
          </a:prstGeom>
          <a:solidFill>
            <a:srgbClr val="FF2060">
              <a:alpha val="25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운석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반지름 54px의 거대 운석이 화면 외부에서 플레이어를 향해 약하게 유도되며 천천히 진입합니다.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4728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5701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r=54 (일반 장애물의 4~8배)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vx = (player.x - x) × 0.007 × aimMul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isMeteor=true → 글로우 shadowBlur:18 적용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024128"/>
            <a:ext cx="1828800" cy="329184"/>
          </a:xfrm>
          <a:prstGeom prst="rect">
            <a:avLst/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8방향 산란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중형 운석이 날아오다가 1초 후 자폭, 정확히 8방향으로 파편 8개를 방사형으로 퍼뜨립니다.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2764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scatterTimer = 1.0s → doScatter8() 호출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8개 × (PI*2/8)*i 각도로 균등 배치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파편 shape: 초승달·별·우주선·삼각 랜덤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 경고 시퀀스:  eventPhase = 'warning'  →  배너 표시 2.5초  +  경계 펄스 strokeRect  →  fireEvent() 호출  →  nextEventAt += 10s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 감마 레이저 (Gamma Ray)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발동 타임라인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261872"/>
            <a:ext cx="6400800" cy="54864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188720"/>
            <a:ext cx="219456" cy="219456"/>
          </a:xfrm>
          <a:prstGeom prst="ellipse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T=70s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레이저 경고 시작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73552" y="1188720"/>
            <a:ext cx="219456" cy="219456"/>
          </a:xfrm>
          <a:prstGeom prst="ellipse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레이저 발사 (2초간)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85232" y="1188720"/>
            <a:ext cx="219456" cy="219456"/>
          </a:xfrm>
          <a:prstGeom prst="ellipse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T+4s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→ nextLaserAt += 20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96912" y="1188720"/>
            <a:ext cx="219456" cy="219456"/>
          </a:xfrm>
          <a:prstGeom prst="ellipse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T+24s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레이저 경고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FSM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4114800" cy="2547148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68880"/>
            <a:ext cx="389534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Laser FSM in update(dt)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'idle'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
    elapsed &gt;= nextLaserAt)
  startLaserWarn()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'warning'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laserWarnTimer -= dt
  if (laserWarnTimer &lt;= 0)
    fireLaser()
}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'firing'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checkLaserHit()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laserFireTimer -= dt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12140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시각 효과 구현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395727"/>
            <a:ext cx="3931920" cy="730625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395728"/>
            <a:ext cx="73152" cy="621792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323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점멸 점선 경고선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ctx.setLineDash([8,6])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sin(Date.now()*0.02) 펄스 투명도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59"/>
            <a:ext cx="3931920" cy="730625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108960"/>
            <a:ext cx="73152" cy="621792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레이어 (반투명 syan)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흰색 Core 빔 (8px)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 min(1,(2-t)*3) 페이드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822191"/>
            <a:ext cx="3931920" cy="730625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22192"/>
            <a:ext cx="73152" cy="6217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587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0782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laserData.axis에 따라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수평(H) → |player.y - pos| &lt; 14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수직(V) → |player.x - pos| &lt;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 난이도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8586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73732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3732"/>
            <a:ext cx="2743200" cy="73152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834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675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59669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198074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364788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×0.65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748836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×0.55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132884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516932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9284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초보자를 위한 여유로운 속도.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유도성·수량 모두 낮음.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773732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773732"/>
            <a:ext cx="2743200" cy="73152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8834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37560" y="12675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47288" y="159669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47288" y="198074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47288" y="2364788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47288" y="2748836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47288" y="3132884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0916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12초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47288" y="3516932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0916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74720" y="39284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밸런스.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v4~v5 기준 난이도 8.5 수준.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17920" y="773732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773732"/>
            <a:ext cx="2743200" cy="73152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8834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217920" y="12675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익스트림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327648" y="159669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58952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27648" y="198074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8952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×1.40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27648" y="2364788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58952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×1.45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27648" y="2748836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58952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×1.35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27648" y="3132884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58952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8초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27648" y="3516932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58952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×1.5 (+서지보너스)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355080" y="39284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1개. 50초 이후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 추가 ×1.5 서지 발동.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85090" y="4698231"/>
            <a:ext cx="8229600" cy="329184"/>
          </a:xfrm>
          <a:prstGeom prst="rect">
            <a:avLst/>
          </a:prstGeom>
          <a:solidFill>
            <a:srgbClr val="2A001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2250" y="4698231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EXTREME SURGE (50s):  spawnMul·speedMul·aimMul 전체 × 1.5  +  점수 × 1.3  /  화면 빨간 펄스 경고 2초  →  surgeActive = true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  리더보드 &amp; UI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리더보드 (localStorage)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169164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43584"/>
            <a:ext cx="389534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저장 키: 'evasion_lb_v6'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insertScore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(score, time, diff) {
  leaderboard.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({score, time, diff})
  leaderboard.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((a,b) =&gt; b.score - a.score)
  leaderboard = leaderboard.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10)  // 상위 10위
  localStorage.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('key', JSON.stringify(...))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 구성 요소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73552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19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33192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× 10 × (1+level×0.1) × diffMul × surgeMul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4114800" cy="310896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667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3666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하트 SVG ×5 (EASY/HARD) 또는 ×1 (EXTREME)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14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40142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elapsed.toFixed(1) + 's'  실시간 갱신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4114800" cy="310896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61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54480" y="4361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Math.floor(t / levelInterval) + 1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09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54480" y="47091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leaderboard[0].score  (항상 최신 유지)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화면 전환 구조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17043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170432"/>
            <a:ext cx="3931920" cy="54864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SCREEN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536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선택 3버튼 (EASY/HARD/EXTREME)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렌더링 (lb-start)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938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GAME 버튼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139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방법 안내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49631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96312"/>
            <a:ext cx="3931920" cy="54864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587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 (Canvas)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오버레이 (별도 div)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063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배너 (event-title/sub)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264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캔버스 (620×560px)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82219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822192"/>
            <a:ext cx="3931920" cy="54864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SCREEN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187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태그 + 최종 스코어·시간·레벨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돌파 뱃지 (EXTREME)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590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갱신 + NEW 뱃지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4791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MENU 버튼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ko-KR" alt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부록</a:t>
            </a: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 UPGRADE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0E5FF"/>
                </a:solidFill>
                <a:latin typeface="Consolas" pitchFamily="34" charset="0"/>
              </a:rPr>
              <a:t>테스트 간 </a:t>
            </a:r>
            <a:r>
              <a:rPr lang="en-US" altLang="ko-KR" sz="1200" b="1" dirty="0">
                <a:solidFill>
                  <a:srgbClr val="00E5FF"/>
                </a:solidFill>
                <a:latin typeface="Consolas" pitchFamily="34" charset="0"/>
              </a:rPr>
              <a:t>VERSION UPGRADE </a:t>
            </a:r>
            <a:r>
              <a:rPr lang="ko-KR" altLang="en-US" sz="1200" b="1" dirty="0">
                <a:solidFill>
                  <a:srgbClr val="00E5FF"/>
                </a:solidFill>
                <a:latin typeface="Consolas" pitchFamily="34" charset="0"/>
              </a:rPr>
              <a:t>변화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7614" y="1157084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614" y="1157084"/>
            <a:ext cx="3554146" cy="155448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325" y="12485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4"/>
                </a:solidFill>
                <a:latin typeface="Consolas" pitchFamily="34" charset="0"/>
              </a:rPr>
              <a:t>VER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325" y="15228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7614" y="2482964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817614" y="2482964"/>
            <a:ext cx="3554146" cy="181356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77" y="261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00" b="1" dirty="0">
                <a:solidFill>
                  <a:srgbClr val="00FFB4"/>
                </a:solidFill>
                <a:latin typeface="Consolas" pitchFamily="34" charset="0"/>
              </a:rPr>
              <a:t>VER 3</a:t>
            </a:r>
            <a:endParaRPr lang="en-US" altLang="ko-KR" sz="1100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B84FF119-71DD-4645-BE08-E6F9E5E9BE11}"/>
              </a:ext>
            </a:extLst>
          </p:cNvPr>
          <p:cNvSpPr/>
          <p:nvPr/>
        </p:nvSpPr>
        <p:spPr>
          <a:xfrm>
            <a:off x="4769765" y="1157084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  <p:txBody>
          <a:bodyPr/>
          <a:lstStyle/>
          <a:p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dirty="0"/>
              <a:t>-.</a:t>
            </a:r>
            <a:r>
              <a:rPr lang="ko-KR" altLang="en-US" sz="900" dirty="0"/>
              <a:t>시작 전 화면에서 난이도 설정 가능 한 배너 추가 </a:t>
            </a:r>
            <a:r>
              <a:rPr lang="en-US" altLang="ko-KR" sz="900" dirty="0"/>
              <a:t>(</a:t>
            </a:r>
            <a:r>
              <a:rPr lang="ko-KR" altLang="en-US" sz="900" dirty="0"/>
              <a:t>쉬움</a:t>
            </a:r>
            <a:r>
              <a:rPr lang="en-US" altLang="ko-KR" sz="900" dirty="0"/>
              <a:t>), (</a:t>
            </a:r>
            <a:r>
              <a:rPr lang="ko-KR" altLang="en-US" sz="900" dirty="0"/>
              <a:t>어려움</a:t>
            </a:r>
            <a:r>
              <a:rPr lang="en-US" altLang="ko-KR" sz="900" dirty="0"/>
              <a:t>), (EXTREAM)</a:t>
            </a:r>
          </a:p>
          <a:p>
            <a:r>
              <a:rPr lang="en-US" altLang="ko-KR" sz="900" dirty="0"/>
              <a:t>-.</a:t>
            </a:r>
            <a:r>
              <a:rPr lang="ko-KR" altLang="en-US" sz="900" dirty="0"/>
              <a:t>게임 화면 더 크게</a:t>
            </a:r>
          </a:p>
          <a:p>
            <a:r>
              <a:rPr lang="en-US" altLang="ko-KR" sz="900" dirty="0"/>
              <a:t>-. </a:t>
            </a:r>
            <a:r>
              <a:rPr lang="ko-KR" altLang="en-US" sz="900" dirty="0"/>
              <a:t>변수 추가 </a:t>
            </a:r>
            <a:r>
              <a:rPr lang="en-US" altLang="ko-KR" sz="900" dirty="0"/>
              <a:t>(70</a:t>
            </a:r>
            <a:r>
              <a:rPr lang="ko-KR" altLang="en-US" sz="900" dirty="0"/>
              <a:t>초 이후 </a:t>
            </a:r>
            <a:r>
              <a:rPr lang="en-US" altLang="ko-KR" sz="900" dirty="0"/>
              <a:t>20</a:t>
            </a:r>
            <a:r>
              <a:rPr lang="ko-KR" altLang="en-US" sz="900" dirty="0"/>
              <a:t>초 마다 일직선 면적의 감마 레이저 </a:t>
            </a:r>
            <a:r>
              <a:rPr lang="en-US" altLang="ko-KR" sz="900" dirty="0"/>
              <a:t>2</a:t>
            </a:r>
            <a:r>
              <a:rPr lang="ko-KR" altLang="en-US" sz="900" dirty="0" err="1"/>
              <a:t>초동안</a:t>
            </a:r>
            <a:r>
              <a:rPr lang="ko-KR" altLang="en-US" sz="900" dirty="0"/>
              <a:t> 발사</a:t>
            </a:r>
            <a:r>
              <a:rPr lang="en-US" altLang="ko-KR" sz="900" dirty="0"/>
              <a:t>)</a:t>
            </a:r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771289F3-420D-49BF-94F2-738A345FB254}"/>
              </a:ext>
            </a:extLst>
          </p:cNvPr>
          <p:cNvSpPr/>
          <p:nvPr/>
        </p:nvSpPr>
        <p:spPr>
          <a:xfrm>
            <a:off x="4769765" y="1157084"/>
            <a:ext cx="3554146" cy="155448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029E03C9-ACF1-43F4-9CD2-E26A5521CCB3}"/>
              </a:ext>
            </a:extLst>
          </p:cNvPr>
          <p:cNvSpPr/>
          <p:nvPr/>
        </p:nvSpPr>
        <p:spPr>
          <a:xfrm>
            <a:off x="4820476" y="12485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 5</a:t>
            </a:r>
            <a:endParaRPr lang="en-US" sz="110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4AC97FC3-3493-42F4-80BB-A5A92F6765D7}"/>
              </a:ext>
            </a:extLst>
          </p:cNvPr>
          <p:cNvSpPr/>
          <p:nvPr/>
        </p:nvSpPr>
        <p:spPr>
          <a:xfrm>
            <a:off x="4769765" y="2482964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  <p:txBody>
          <a:bodyPr/>
          <a:lstStyle/>
          <a:p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dirty="0"/>
              <a:t>-. </a:t>
            </a:r>
            <a:r>
              <a:rPr lang="ko-KR" altLang="en-US" sz="900" dirty="0" err="1"/>
              <a:t>익스트림</a:t>
            </a:r>
            <a:r>
              <a:rPr lang="ko-KR" altLang="en-US" sz="900" dirty="0"/>
              <a:t> 모드에선 </a:t>
            </a:r>
            <a:r>
              <a:rPr lang="en-US" altLang="ko-KR" sz="900" dirty="0"/>
              <a:t>LIFE </a:t>
            </a:r>
            <a:r>
              <a:rPr lang="ko-KR" altLang="en-US" sz="900" dirty="0"/>
              <a:t>가 </a:t>
            </a:r>
            <a:r>
              <a:rPr lang="en-US" altLang="ko-KR" sz="900" dirty="0"/>
              <a:t>1</a:t>
            </a:r>
            <a:r>
              <a:rPr lang="ko-KR" altLang="en-US" sz="900" dirty="0"/>
              <a:t>개로 진행 됨</a:t>
            </a:r>
          </a:p>
          <a:p>
            <a:r>
              <a:rPr lang="en-US" altLang="ko-KR" sz="900" dirty="0"/>
              <a:t>-. [</a:t>
            </a:r>
            <a:r>
              <a:rPr lang="ko-KR" altLang="en-US" sz="900" dirty="0"/>
              <a:t>파편 운석</a:t>
            </a:r>
            <a:r>
              <a:rPr lang="en-US" altLang="ko-KR" sz="900" dirty="0"/>
              <a:t>] </a:t>
            </a:r>
            <a:r>
              <a:rPr lang="ko-KR" altLang="en-US" sz="900" dirty="0"/>
              <a:t>이 아닌 </a:t>
            </a:r>
            <a:r>
              <a:rPr lang="en-US" altLang="ko-KR" sz="900" dirty="0"/>
              <a:t>[8</a:t>
            </a:r>
            <a:r>
              <a:rPr lang="ko-KR" altLang="en-US" sz="900" dirty="0"/>
              <a:t>방으로 날라오는 파편</a:t>
            </a:r>
            <a:r>
              <a:rPr lang="en-US" altLang="ko-KR" sz="900" dirty="0"/>
              <a:t>] </a:t>
            </a:r>
            <a:r>
              <a:rPr lang="ko-KR" altLang="en-US" sz="900" dirty="0"/>
              <a:t>으로 이벤트 수정</a:t>
            </a:r>
          </a:p>
          <a:p>
            <a:r>
              <a:rPr lang="en-US" altLang="ko-KR" sz="900" dirty="0"/>
              <a:t>-. (EXTREME) </a:t>
            </a:r>
            <a:r>
              <a:rPr lang="ko-KR" altLang="en-US" sz="900" dirty="0"/>
              <a:t>모드에선 </a:t>
            </a:r>
            <a:r>
              <a:rPr lang="en-US" altLang="ko-KR" sz="900" dirty="0"/>
              <a:t>50</a:t>
            </a:r>
            <a:r>
              <a:rPr lang="ko-KR" altLang="en-US" sz="900" dirty="0"/>
              <a:t>초 이후부터 난이도가 지금보다 </a:t>
            </a:r>
            <a:r>
              <a:rPr lang="en-US" altLang="ko-KR" sz="900" dirty="0"/>
              <a:t>1.5 </a:t>
            </a:r>
            <a:r>
              <a:rPr lang="ko-KR" altLang="en-US" sz="900" dirty="0"/>
              <a:t>배 어려워지고 </a:t>
            </a:r>
            <a:r>
              <a:rPr lang="en-US" altLang="ko-KR" sz="900" dirty="0"/>
              <a:t>50</a:t>
            </a:r>
            <a:r>
              <a:rPr lang="ko-KR" altLang="en-US" sz="900" dirty="0"/>
              <a:t>초 </a:t>
            </a:r>
            <a:r>
              <a:rPr lang="ko-KR" altLang="en-US" sz="900" dirty="0" err="1"/>
              <a:t>될때</a:t>
            </a:r>
            <a:r>
              <a:rPr lang="ko-KR" altLang="en-US" sz="900" dirty="0"/>
              <a:t> 메인 화면에 </a:t>
            </a:r>
            <a:r>
              <a:rPr lang="en-US" altLang="ko-KR" sz="900" dirty="0"/>
              <a:t>[WARNING] </a:t>
            </a:r>
            <a:r>
              <a:rPr lang="ko-KR" altLang="en-US" sz="900" dirty="0"/>
              <a:t>배너 깜빡 거리기 </a:t>
            </a:r>
            <a:r>
              <a:rPr lang="en-US" altLang="ko-KR" sz="900" dirty="0"/>
              <a:t>(</a:t>
            </a:r>
            <a:r>
              <a:rPr lang="ko-KR" altLang="en-US" sz="900" dirty="0"/>
              <a:t>약</a:t>
            </a:r>
            <a:r>
              <a:rPr lang="en-US" altLang="ko-KR" sz="900" dirty="0"/>
              <a:t>2</a:t>
            </a:r>
            <a:r>
              <a:rPr lang="ko-KR" altLang="en-US" sz="900" dirty="0"/>
              <a:t>초 동안</a:t>
            </a:r>
            <a:r>
              <a:rPr lang="en-US" altLang="ko-KR" sz="900" dirty="0"/>
              <a:t>, </a:t>
            </a:r>
            <a:r>
              <a:rPr lang="ko-KR" altLang="en-US" sz="900" dirty="0"/>
              <a:t>그때까진 파편이나 운석이 </a:t>
            </a:r>
            <a:r>
              <a:rPr lang="ko-KR" altLang="en-US" sz="900" dirty="0" err="1"/>
              <a:t>안날라옴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-. </a:t>
            </a:r>
            <a:r>
              <a:rPr lang="ko-KR" altLang="en-US" sz="900" dirty="0"/>
              <a:t>파편의 모형 다양화 </a:t>
            </a:r>
            <a:r>
              <a:rPr lang="en-US" altLang="ko-KR" sz="900" dirty="0"/>
              <a:t>(</a:t>
            </a:r>
            <a:r>
              <a:rPr lang="ko-KR" altLang="en-US" sz="900" dirty="0"/>
              <a:t>초승달</a:t>
            </a:r>
            <a:r>
              <a:rPr lang="en-US" altLang="ko-KR" sz="900" dirty="0"/>
              <a:t>, </a:t>
            </a:r>
            <a:r>
              <a:rPr lang="ko-KR" altLang="en-US" sz="900" dirty="0" err="1"/>
              <a:t>별모양</a:t>
            </a:r>
            <a:r>
              <a:rPr lang="en-US" altLang="ko-KR" sz="900" dirty="0"/>
              <a:t>, </a:t>
            </a:r>
            <a:r>
              <a:rPr lang="ko-KR" altLang="en-US" sz="900" dirty="0"/>
              <a:t>우주선 등</a:t>
            </a:r>
            <a:r>
              <a:rPr lang="en-US" altLang="ko-KR" sz="900" dirty="0"/>
              <a:t>)</a:t>
            </a:r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B5C0CF33-81B5-4444-B2D6-CD8E981DE27A}"/>
              </a:ext>
            </a:extLst>
          </p:cNvPr>
          <p:cNvSpPr/>
          <p:nvPr/>
        </p:nvSpPr>
        <p:spPr>
          <a:xfrm>
            <a:off x="4769765" y="2482964"/>
            <a:ext cx="3554146" cy="181356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4AD9CF15-8169-40B2-A5F6-4E3FFB5C11C4}"/>
              </a:ext>
            </a:extLst>
          </p:cNvPr>
          <p:cNvSpPr/>
          <p:nvPr/>
        </p:nvSpPr>
        <p:spPr>
          <a:xfrm>
            <a:off x="4807128" y="261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 6</a:t>
            </a:r>
            <a:endParaRPr lang="en-US" sz="1100" dirty="0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0DE5F961-CBF8-4911-AFE3-FFC5A30471F6}"/>
              </a:ext>
            </a:extLst>
          </p:cNvPr>
          <p:cNvSpPr/>
          <p:nvPr/>
        </p:nvSpPr>
        <p:spPr>
          <a:xfrm>
            <a:off x="817614" y="3776840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80F80A1B-7E2B-4AA7-9A6A-16DA287F3B40}"/>
              </a:ext>
            </a:extLst>
          </p:cNvPr>
          <p:cNvSpPr/>
          <p:nvPr/>
        </p:nvSpPr>
        <p:spPr>
          <a:xfrm>
            <a:off x="817614" y="3776840"/>
            <a:ext cx="3554146" cy="181356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09A190D6-BA6F-437A-A76C-C60E5FE0CFC5}"/>
              </a:ext>
            </a:extLst>
          </p:cNvPr>
          <p:cNvSpPr/>
          <p:nvPr/>
        </p:nvSpPr>
        <p:spPr>
          <a:xfrm>
            <a:off x="4769765" y="3776840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  <p:txBody>
          <a:bodyPr/>
          <a:lstStyle/>
          <a:p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dirty="0"/>
              <a:t>-. </a:t>
            </a:r>
            <a:r>
              <a:rPr lang="ko-KR" altLang="en-US" sz="900" dirty="0"/>
              <a:t>게임 메인 화면에서 글자 회색 폰트를 밝은 흰색으로 수정 요청 </a:t>
            </a:r>
            <a:r>
              <a:rPr lang="en-US" altLang="ko-KR" sz="900" dirty="0"/>
              <a:t>(</a:t>
            </a:r>
            <a:r>
              <a:rPr lang="ko-KR" altLang="en-US" sz="900" dirty="0"/>
              <a:t>사유</a:t>
            </a:r>
            <a:r>
              <a:rPr lang="en-US" altLang="ko-KR" sz="900" dirty="0"/>
              <a:t>: </a:t>
            </a:r>
            <a:r>
              <a:rPr lang="ko-KR" altLang="en-US" sz="900" dirty="0"/>
              <a:t>가시성이 없음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-. EXTREME </a:t>
            </a:r>
            <a:r>
              <a:rPr lang="ko-KR" altLang="en-US" sz="900" dirty="0"/>
              <a:t>모드에서 유저 라이프를 </a:t>
            </a:r>
            <a:r>
              <a:rPr lang="en-US" altLang="ko-KR" sz="900" dirty="0"/>
              <a:t>3</a:t>
            </a:r>
            <a:r>
              <a:rPr lang="ko-KR" altLang="en-US" sz="900" dirty="0"/>
              <a:t>개로 수정</a:t>
            </a:r>
          </a:p>
          <a:p>
            <a:r>
              <a:rPr lang="en-US" altLang="ko-KR" sz="900" dirty="0"/>
              <a:t>-. 10</a:t>
            </a:r>
            <a:r>
              <a:rPr lang="ko-KR" altLang="en-US" sz="900" dirty="0"/>
              <a:t>초 후 발생하는 이벤트 중 </a:t>
            </a:r>
            <a:r>
              <a:rPr lang="en-US" altLang="ko-KR" sz="900" dirty="0"/>
              <a:t>[</a:t>
            </a:r>
            <a:r>
              <a:rPr lang="ko-KR" altLang="en-US" sz="900" dirty="0"/>
              <a:t>파편 운석</a:t>
            </a:r>
            <a:r>
              <a:rPr lang="en-US" altLang="ko-KR" sz="900" dirty="0"/>
              <a:t>] </a:t>
            </a:r>
            <a:r>
              <a:rPr lang="ko-KR" altLang="en-US" sz="900" dirty="0"/>
              <a:t>이 아닌 </a:t>
            </a:r>
            <a:r>
              <a:rPr lang="en-US" altLang="ko-KR" sz="900" dirty="0"/>
              <a:t>[8</a:t>
            </a:r>
            <a:r>
              <a:rPr lang="ko-KR" altLang="en-US" sz="900" dirty="0"/>
              <a:t>방으로 날라오는 파편</a:t>
            </a:r>
            <a:r>
              <a:rPr lang="en-US" altLang="ko-KR" sz="900" dirty="0"/>
              <a:t>] </a:t>
            </a:r>
            <a:r>
              <a:rPr lang="ko-KR" altLang="en-US" sz="900" dirty="0"/>
              <a:t>으로 이벤트 수정</a:t>
            </a:r>
          </a:p>
          <a:p>
            <a:endParaRPr lang="ko-KR" altLang="en-US" sz="900" dirty="0"/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FC278CE3-0B72-4C98-AD7D-27E360C4062A}"/>
              </a:ext>
            </a:extLst>
          </p:cNvPr>
          <p:cNvSpPr/>
          <p:nvPr/>
        </p:nvSpPr>
        <p:spPr>
          <a:xfrm>
            <a:off x="4769765" y="3776840"/>
            <a:ext cx="3554146" cy="181356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0FD6FD2E-57FB-4729-8787-AB6805FAF0AC}"/>
              </a:ext>
            </a:extLst>
          </p:cNvPr>
          <p:cNvSpPr/>
          <p:nvPr/>
        </p:nvSpPr>
        <p:spPr>
          <a:xfrm>
            <a:off x="4820476" y="390165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 7</a:t>
            </a:r>
            <a:endParaRPr lang="en-US" sz="110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4FB1FB77-203B-451F-B405-9CEF8E214854}"/>
              </a:ext>
            </a:extLst>
          </p:cNvPr>
          <p:cNvSpPr/>
          <p:nvPr/>
        </p:nvSpPr>
        <p:spPr>
          <a:xfrm>
            <a:off x="827173" y="393487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00" b="1" dirty="0">
                <a:solidFill>
                  <a:srgbClr val="00FFB4"/>
                </a:solidFill>
                <a:latin typeface="Consolas" pitchFamily="34" charset="0"/>
              </a:rPr>
              <a:t>VER 4</a:t>
            </a:r>
            <a:endParaRPr lang="en-US" altLang="ko-KR" sz="11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F82A34-0635-4AD4-AB9F-EE985B471C21}"/>
              </a:ext>
            </a:extLst>
          </p:cNvPr>
          <p:cNvSpPr txBox="1"/>
          <p:nvPr/>
        </p:nvSpPr>
        <p:spPr>
          <a:xfrm>
            <a:off x="804758" y="1449905"/>
            <a:ext cx="33922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i="0" dirty="0">
                <a:effectLst/>
                <a:latin typeface="Anthropic Sans"/>
              </a:rPr>
              <a:t>-. </a:t>
            </a:r>
            <a:r>
              <a:rPr lang="ko-KR" altLang="en-US" sz="1000" b="0" i="0" dirty="0">
                <a:effectLst/>
                <a:latin typeface="Anthropic Sans"/>
              </a:rPr>
              <a:t>생존자의 컨트롤은 키보드 방향키로 조작</a:t>
            </a:r>
            <a:endParaRPr lang="en-US" altLang="ko-KR" sz="1000" b="0" i="0" dirty="0">
              <a:effectLst/>
              <a:latin typeface="Anthropic Sans"/>
            </a:endParaRPr>
          </a:p>
          <a:p>
            <a:pPr algn="l"/>
            <a:r>
              <a:rPr lang="en-US" altLang="ko-KR" sz="1000" b="0" i="0" dirty="0">
                <a:effectLst/>
                <a:latin typeface="Anthropic Sans"/>
              </a:rPr>
              <a:t>-. </a:t>
            </a:r>
            <a:r>
              <a:rPr lang="ko-KR" altLang="en-US" sz="1000" b="0" i="0" dirty="0">
                <a:effectLst/>
                <a:latin typeface="Anthropic Sans"/>
              </a:rPr>
              <a:t>생존자의 </a:t>
            </a:r>
            <a:r>
              <a:rPr lang="en-US" altLang="ko-KR" sz="1000" b="0" i="0" dirty="0">
                <a:effectLst/>
                <a:latin typeface="Anthropic Sans"/>
              </a:rPr>
              <a:t>LIFE</a:t>
            </a:r>
            <a:r>
              <a:rPr lang="ko-KR" altLang="en-US" sz="1000" b="0" i="0" dirty="0">
                <a:effectLst/>
                <a:latin typeface="Anthropic Sans"/>
              </a:rPr>
              <a:t>는 </a:t>
            </a:r>
            <a:r>
              <a:rPr lang="en-US" altLang="ko-KR" sz="1000" b="0" i="0" dirty="0">
                <a:effectLst/>
                <a:latin typeface="Anthropic Sans"/>
              </a:rPr>
              <a:t>5</a:t>
            </a:r>
            <a:r>
              <a:rPr lang="ko-KR" altLang="en-US" sz="1000" b="0" i="0" dirty="0">
                <a:effectLst/>
                <a:latin typeface="Anthropic Sans"/>
              </a:rPr>
              <a:t>개 → 장애물에 </a:t>
            </a:r>
            <a:r>
              <a:rPr lang="en-US" altLang="ko-KR" sz="1000" b="0" i="0" dirty="0">
                <a:effectLst/>
                <a:latin typeface="Anthropic Sans"/>
              </a:rPr>
              <a:t>5</a:t>
            </a:r>
            <a:r>
              <a:rPr lang="ko-KR" altLang="en-US" sz="1000" b="0" i="0" dirty="0">
                <a:effectLst/>
                <a:latin typeface="Anthropic Sans"/>
              </a:rPr>
              <a:t>번 </a:t>
            </a:r>
            <a:r>
              <a:rPr lang="ko-KR" altLang="en-US" sz="1000" b="0" i="0" dirty="0" err="1">
                <a:effectLst/>
                <a:latin typeface="Anthropic Sans"/>
              </a:rPr>
              <a:t>부딧히면</a:t>
            </a:r>
            <a:r>
              <a:rPr lang="ko-KR" altLang="en-US" sz="1000" b="0" i="0" dirty="0">
                <a:effectLst/>
                <a:latin typeface="Anthropic Sans"/>
              </a:rPr>
              <a:t> 게임오버</a:t>
            </a:r>
          </a:p>
          <a:p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9365D-048E-4E2E-A4C4-F87D4EB20353}"/>
              </a:ext>
            </a:extLst>
          </p:cNvPr>
          <p:cNvSpPr txBox="1"/>
          <p:nvPr/>
        </p:nvSpPr>
        <p:spPr>
          <a:xfrm>
            <a:off x="804758" y="2810010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i="0" dirty="0">
                <a:effectLst/>
                <a:latin typeface="Anthropic Sans"/>
              </a:rPr>
              <a:t>-.10</a:t>
            </a:r>
            <a:r>
              <a:rPr lang="ko-KR" altLang="en-US" sz="900" b="0" i="0" dirty="0">
                <a:effectLst/>
                <a:latin typeface="Anthropic Sans"/>
              </a:rPr>
              <a:t>초마다 </a:t>
            </a:r>
            <a:r>
              <a:rPr lang="en-US" altLang="ko-KR" sz="900" b="0" i="0" dirty="0">
                <a:effectLst/>
                <a:latin typeface="Anthropic Sans"/>
              </a:rPr>
              <a:t>[WARNING] </a:t>
            </a:r>
            <a:r>
              <a:rPr lang="ko-KR" altLang="en-US" sz="900" b="0" i="0" dirty="0">
                <a:effectLst/>
                <a:latin typeface="Anthropic Sans"/>
              </a:rPr>
              <a:t>표시를 하며 무수히 일렬로 날아오는 파편 무리 </a:t>
            </a:r>
            <a:endParaRPr lang="en-US" altLang="ko-KR" sz="900" b="0" i="0" dirty="0">
              <a:effectLst/>
              <a:latin typeface="Anthropic Sans"/>
            </a:endParaRPr>
          </a:p>
          <a:p>
            <a:pPr algn="l"/>
            <a:r>
              <a:rPr lang="en-US" altLang="ko-KR" sz="900" b="0" i="0" dirty="0">
                <a:effectLst/>
                <a:latin typeface="Anthropic Sans"/>
              </a:rPr>
              <a:t>OR </a:t>
            </a:r>
            <a:r>
              <a:rPr lang="ko-KR" altLang="en-US" sz="900" b="0" i="0" dirty="0">
                <a:effectLst/>
                <a:latin typeface="Anthropic Sans"/>
              </a:rPr>
              <a:t>큰 운석 </a:t>
            </a:r>
            <a:r>
              <a:rPr lang="en-US" altLang="ko-KR" sz="900" b="0" i="0" dirty="0">
                <a:effectLst/>
                <a:latin typeface="Anthropic Sans"/>
              </a:rPr>
              <a:t>OR </a:t>
            </a:r>
            <a:r>
              <a:rPr lang="ko-KR" altLang="en-US" sz="900" b="0" i="0" dirty="0">
                <a:effectLst/>
                <a:latin typeface="Anthropic Sans"/>
              </a:rPr>
              <a:t>운석이 중간에 파편화로 흩어짐 구현 요청</a:t>
            </a:r>
          </a:p>
          <a:p>
            <a:pPr algn="l"/>
            <a:r>
              <a:rPr lang="en-US" altLang="ko-KR" sz="900" b="0" i="0" dirty="0">
                <a:effectLst/>
                <a:latin typeface="Anthropic Sans"/>
              </a:rPr>
              <a:t>-.</a:t>
            </a:r>
            <a:r>
              <a:rPr lang="ko-KR" altLang="en-US" sz="900" b="0" i="0" dirty="0">
                <a:effectLst/>
                <a:latin typeface="Anthropic Sans"/>
              </a:rPr>
              <a:t>난이도는 지금 버전이 </a:t>
            </a:r>
            <a:r>
              <a:rPr lang="en-US" altLang="ko-KR" sz="900" b="0" i="0" dirty="0">
                <a:effectLst/>
                <a:latin typeface="Anthropic Sans"/>
              </a:rPr>
              <a:t>10</a:t>
            </a:r>
            <a:r>
              <a:rPr lang="ko-KR" altLang="en-US" sz="900" b="0" i="0" dirty="0">
                <a:effectLst/>
                <a:latin typeface="Anthropic Sans"/>
              </a:rPr>
              <a:t>일 경우 한 </a:t>
            </a:r>
            <a:r>
              <a:rPr lang="en-US" altLang="ko-KR" sz="900" b="0" i="0" dirty="0">
                <a:effectLst/>
                <a:latin typeface="Anthropic Sans"/>
              </a:rPr>
              <a:t>8.5</a:t>
            </a:r>
            <a:r>
              <a:rPr lang="ko-KR" altLang="en-US" sz="900" b="0" i="0" dirty="0">
                <a:effectLst/>
                <a:latin typeface="Anthropic Sans"/>
              </a:rPr>
              <a:t>로 조정 요청</a:t>
            </a:r>
            <a:endParaRPr lang="en-US" altLang="ko-KR" sz="900" b="0" i="0" dirty="0">
              <a:effectLst/>
              <a:latin typeface="Anthropic Sans"/>
            </a:endParaRPr>
          </a:p>
          <a:p>
            <a:endParaRPr lang="ko-KR" altLang="en-US" sz="9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D3DE5D-AE89-4D9A-A279-826367ABAB26}"/>
              </a:ext>
            </a:extLst>
          </p:cNvPr>
          <p:cNvSpPr txBox="1"/>
          <p:nvPr/>
        </p:nvSpPr>
        <p:spPr>
          <a:xfrm>
            <a:off x="796664" y="4124450"/>
            <a:ext cx="3280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-. </a:t>
            </a:r>
            <a:r>
              <a:rPr lang="en-US" altLang="ko-KR" sz="1000" b="0" i="0" dirty="0">
                <a:effectLst/>
                <a:latin typeface="Anthropic Sans"/>
              </a:rPr>
              <a:t>10</a:t>
            </a:r>
            <a:r>
              <a:rPr lang="ko-KR" altLang="en-US" sz="1000" b="0" i="0" dirty="0">
                <a:effectLst/>
                <a:latin typeface="Anthropic Sans"/>
              </a:rPr>
              <a:t>초마다 </a:t>
            </a:r>
            <a:r>
              <a:rPr lang="en-US" altLang="ko-KR" sz="1000" b="0" i="0" dirty="0">
                <a:effectLst/>
                <a:latin typeface="Anthropic Sans"/>
              </a:rPr>
              <a:t>3</a:t>
            </a:r>
            <a:r>
              <a:rPr lang="ko-KR" altLang="en-US" sz="1000" b="0" i="0" dirty="0">
                <a:effectLst/>
                <a:latin typeface="Anthropic Sans"/>
              </a:rPr>
              <a:t>가지 </a:t>
            </a:r>
            <a:r>
              <a:rPr lang="ko-KR" altLang="en-US" sz="1000" b="0" i="0" dirty="0" err="1">
                <a:effectLst/>
                <a:latin typeface="Anthropic Sans"/>
              </a:rPr>
              <a:t>이벤트중</a:t>
            </a:r>
            <a:r>
              <a:rPr lang="ko-KR" altLang="en-US" sz="1000" b="0" i="0" dirty="0">
                <a:effectLst/>
                <a:latin typeface="Anthropic Sans"/>
              </a:rPr>
              <a:t> 하나가 계속 구현되진 않고</a:t>
            </a:r>
            <a:r>
              <a:rPr lang="en-US" altLang="ko-KR" sz="1000" b="0" i="0" dirty="0">
                <a:effectLst/>
                <a:latin typeface="Anthropic Sans"/>
              </a:rPr>
              <a:t>, </a:t>
            </a:r>
          </a:p>
          <a:p>
            <a:r>
              <a:rPr lang="en-US" altLang="ko-KR" sz="1000" dirty="0">
                <a:latin typeface="Anthropic Sans"/>
              </a:rPr>
              <a:t>   </a:t>
            </a:r>
            <a:r>
              <a:rPr lang="ko-KR" altLang="en-US" sz="1000" b="0" i="0" dirty="0">
                <a:effectLst/>
                <a:latin typeface="Anthropic Sans"/>
              </a:rPr>
              <a:t>한번만 되는 사항 수정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17695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</TotalTime>
  <Words>1767</Words>
  <Application>Microsoft Office PowerPoint</Application>
  <PresentationFormat>화면 슬라이드 쇼(16:9)</PresentationFormat>
  <Paragraphs>320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Anthropic Sans</vt:lpstr>
      <vt:lpstr>맑은 고딕</vt:lpstr>
      <vt:lpstr>Arial</vt:lpstr>
      <vt:lpstr>Arial Black</vt:lpstr>
      <vt:lpstr>Calibri</vt:lpstr>
      <vt:lpstr>Calibri Light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EVASION Game — 코드 설명 &amp; 구조 정리</dc:title>
  <dc:subject>PptxGenJS Presentation</dc:subject>
  <dc:creator>PptxGenJS</dc:creator>
  <cp:lastModifiedBy>user</cp:lastModifiedBy>
  <cp:revision>15</cp:revision>
  <dcterms:created xsi:type="dcterms:W3CDTF">2026-05-28T06:52:21Z</dcterms:created>
  <dcterms:modified xsi:type="dcterms:W3CDTF">2026-05-29T00:14:06Z</dcterms:modified>
</cp:coreProperties>
</file>
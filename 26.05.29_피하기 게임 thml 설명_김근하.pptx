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7A55">
              <a:alpha val="18000"/>
            </a:srgbClr>
          </a:solidFill>
          <a:ln w="12700">
            <a:solidFill>
              <a:srgbClr val="00FFB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v6.0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EVASION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7160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코드 구조 분석 &amp; 설명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언어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JavaScript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2D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슬라이드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Slides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0" y="4480560"/>
            <a:ext cx="1188720" cy="292608"/>
          </a:xfrm>
          <a:prstGeom prst="rect">
            <a:avLst/>
          </a:prstGeom>
          <a:solidFill>
            <a:srgbClr val="00CC80">
              <a:alpha val="20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77640" y="4480560"/>
            <a:ext cx="1188720" cy="292608"/>
          </a:xfrm>
          <a:prstGeom prst="rect">
            <a:avLst/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4480560"/>
            <a:ext cx="1188720" cy="292608"/>
          </a:xfrm>
          <a:prstGeom prst="rect">
            <a:avLst/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게임 개요 &amp;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EVASION은 사방에서 날아오는 장애물을 키보드 방향키로 조종해 회피하는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생존형 2D 아케이드 게임입니다. 시간이 지날수록 난이도가 상승하며,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10초마다 특수 이벤트(파편 폭격·운석·산란), 70초 이후 감마 레이저가 추가됩니다.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38912" cy="62179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구조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구성 및 전체 아키텍처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438912" cy="62179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상태 관리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FSM과 전역 변수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78608"/>
            <a:ext cx="438912" cy="62179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78608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 파이프라인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8712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draw 루프 설명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78608"/>
            <a:ext cx="438912" cy="621792"/>
          </a:xfrm>
          <a:prstGeom prst="rect">
            <a:avLst/>
          </a:prstGeom>
          <a:solidFill>
            <a:srgbClr val="FF2060">
              <a:alpha val="3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78608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&amp; 충돌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8712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생성·이동·충돌 감지 로직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28416"/>
            <a:ext cx="438912" cy="621792"/>
          </a:xfrm>
          <a:prstGeom prst="rect">
            <a:avLst/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28416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특수 이벤트 시스템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FSM (10초 주기)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28416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328416"/>
            <a:ext cx="438912" cy="62179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28416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감마 레이저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 이후 레이저 FSM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78224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78224"/>
            <a:ext cx="438912" cy="62179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78224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7552" y="4133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 시스템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HARD / EXTREME 설정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78224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078224"/>
            <a:ext cx="438912" cy="62179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78224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85232" y="4133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 &amp; UI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저장·HUD·화면 전환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프로젝트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0" cy="292608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87552"/>
            <a:ext cx="343814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evasion-v6/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 &lt;canvas&gt; &lt;script&gt;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 내부 구성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상수 / 난이도 설정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전역 상태 변수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함수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/ Laser FSM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드로잉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 / onHit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7.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 / draw()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8.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Loop (rAF)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실행 흐름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128016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572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초기화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201168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0482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2304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779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update(dt)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FSM·스폰·충돌·점수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779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035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렌더링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347472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3511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저장·화면 전환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1828800"/>
            <a:ext cx="9144" cy="18288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560320"/>
            <a:ext cx="9144" cy="18288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76672" y="2560320"/>
            <a:ext cx="9144" cy="18288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560320"/>
            <a:ext cx="9144" cy="18288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291840"/>
            <a:ext cx="9144" cy="18288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 핵심 상태 관리 — FSM &amp; 전역 변수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상태 (state)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280160" cy="502920"/>
          </a:xfrm>
          <a:prstGeom prst="ellipse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'start'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1280160" cy="502920"/>
          </a:xfrm>
          <a:prstGeom prst="ellipse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'play'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234440"/>
            <a:ext cx="1280160" cy="502920"/>
          </a:xfrm>
          <a:prstGeom prst="ellipse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'dying'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148840"/>
            <a:ext cx="1280160" cy="502920"/>
          </a:xfrm>
          <a:prstGeom prst="ellipse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'over'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1280160" cy="502920"/>
          </a:xfrm>
          <a:prstGeom prst="ellipse">
            <a:avLst/>
          </a:prstGeom>
          <a:solidFill>
            <a:srgbClr val="11111A"/>
          </a:solidFill>
          <a:ln w="12700">
            <a:solidFill>
              <a:srgbClr val="606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'menu'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startGame()  →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player.life≤0  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26080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gameOver()  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전역 변수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128016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90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변수명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37360" y="3063240"/>
            <a:ext cx="91440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51760" y="3063240"/>
            <a:ext cx="219456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0906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37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37360" y="3310128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3337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3310128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337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누적 게임 시간(초)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557016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737360" y="3557016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51760" y="3557016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5844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위치·속도·라이프·Trail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803904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313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obstacles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37360" y="3803904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3831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51760" y="3803904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8313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활성 장애물 목록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50792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737360" y="4050792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4078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651760" y="4050792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40782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폭발 파티클 목록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297680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325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eventPhase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737360" y="4297680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83080" y="4325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51760" y="4297680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97480" y="4325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FSM 상태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44568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laserPhase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737360" y="4544568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45720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651760" y="4544568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4572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FSM 상태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4791456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818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surgeActive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737360" y="4791456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8308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651760" y="4791456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97480" y="48188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50초 서지 여부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4632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FSM (3-phase)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669280" y="123444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1271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669280" y="1545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nextEventAt 대기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669280" y="210312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2139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669280" y="2414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배너 표시 2.5초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669280" y="297180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0" y="3008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firing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669280" y="3282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실행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720840" y="1801368"/>
            <a:ext cx="9144" cy="301752"/>
          </a:xfrm>
          <a:prstGeom prst="line">
            <a:avLst/>
          </a:prstGeom>
          <a:noFill/>
          <a:ln w="19050">
            <a:solidFill>
              <a:srgbClr val="FF9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20840" y="2679192"/>
            <a:ext cx="9144" cy="301752"/>
          </a:xfrm>
          <a:prstGeom prst="line">
            <a:avLst/>
          </a:prstGeom>
          <a:noFill/>
          <a:ln w="19050">
            <a:solidFill>
              <a:srgbClr val="FF9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0" y="1810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≥ nextEventAt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846320" y="2688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warnTimer ≤ 0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720840" y="3566160"/>
            <a:ext cx="9144" cy="45720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0" y="4023360"/>
            <a:ext cx="1691640" cy="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29200" y="1234440"/>
            <a:ext cx="9144" cy="278892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749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nextEventAt += 10s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 렌더링 파이프라인 — Canvas 2D API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 실행 순서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" cy="34747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52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ctx.save() + 흔들림 translate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shakeTimer &gt; 0 시 x축 오프셋 적용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" cy="34747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16916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709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배경 clear + fillRect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8745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0A0A0F로 전체 초기화, 레벨5+ 붉은 오버레이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65760" cy="34747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48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21488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167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서지 경고 오버레이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3317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펄스 fillRect + 경계선 strokeRect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365760" cy="347472"/>
          </a:xfrm>
          <a:prstGeom prst="rect">
            <a:avLst/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26060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624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drawObstacle()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7889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shape: 원·사각·삼각·초승달·별·우주선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365760" cy="347472"/>
          </a:xfrm>
          <a:prstGeom prst="rect">
            <a:avLst/>
          </a:prstGeom>
          <a:solidFill>
            <a:srgbClr val="FF2060">
              <a:alpha val="3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63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30632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081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파티클 렌더링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32461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감소하는 원형 파티클 hsla() 색상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365760" cy="34747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20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35204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538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drawLaser()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7033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점선 / 발사 사이안 glow 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365760" cy="34747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77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" y="39776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3995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drawPlayer()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41605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잔상 + 원형 본체 + 깜빡 무적 처리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365760" cy="347472"/>
          </a:xfrm>
          <a:prstGeom prst="rect">
            <a:avLst/>
          </a:prstGeom>
          <a:solidFill>
            <a:srgbClr val="6060A0">
              <a:alpha val="30000"/>
            </a:srgbClr>
          </a:solidFill>
          <a:ln w="12700">
            <a:solidFill>
              <a:srgbClr val="606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34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8680" y="44348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453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ctx.restore()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" y="46177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행렬 복원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 장애물 &amp; 충돌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스폰 로직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192024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8953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spawnObstacle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 {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4방향 중 랜덤 선택
</a:t>
            </a:r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= 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Math.floor(random()*4)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속도 = 기본 + 레벨보정 + 서지배율
</a:t>
            </a:r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getSpeed(t)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유도각 (aimMul로 조정)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vx = (player.x - x) * 0.012 * aim
</a:t>
            </a:r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shape: 6종 랜덤 배정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obstacles.</a:t>
            </a:r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({...})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 감지 (원형 AABB)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4114800" cy="86868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566160"/>
            <a:ext cx="3895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collides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(player, obstacle) {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dist = 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Math.hypot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(Δx, Δy)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dist &lt; player.r + obstacle.r * </a:t>
            </a:r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6가지 형태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70432"/>
            <a:ext cx="1901952" cy="45720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· 원형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581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ctx.arc()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48272" y="1170432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1170432"/>
            <a:ext cx="1901952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사각형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9712" y="1581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ctx.rect()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22576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22576"/>
            <a:ext cx="1901952" cy="45720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삼각형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3점 lineTo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48272" y="2322576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8272" y="2322576"/>
            <a:ext cx="1901952" cy="457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초승달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destination-out 마스킹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474720"/>
            <a:ext cx="1901952" cy="45720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별(5각)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10점 교대 반지름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48272" y="3474720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8272" y="3474720"/>
            <a:ext cx="1901952" cy="45720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우주선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39712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6점 다각형 좌표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846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onHit():  life-- → updateLifeBar() → invincibleTimer=1.8s → shakeTimer=0.3s → life≤0 → gameOver()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 특수 이벤트 시스템 (10초 주기)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54864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24128"/>
            <a:ext cx="1828800" cy="329184"/>
          </a:xfrm>
          <a:prstGeom prst="rect">
            <a:avLst/>
          </a:prstGeom>
          <a:solidFill>
            <a:srgbClr val="FF9000">
              <a:alpha val="25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 폭격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한쪽 면에서 20~28개의 파편이 일정 간격(11px)으로 일렬 대형을 이뤄 80ms 간격으로 연속 스폰됩니다.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round((20 + random*8) × spawnMul × surgeMul)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 루프로 각 파편을 80ms 간격 순차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shape: 원·사각·삼각·별·우주선 중 랜덤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914400"/>
            <a:ext cx="2743200" cy="54864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024128"/>
            <a:ext cx="1828800" cy="329184"/>
          </a:xfrm>
          <a:prstGeom prst="rect">
            <a:avLst/>
          </a:prstGeom>
          <a:solidFill>
            <a:srgbClr val="FF2060">
              <a:alpha val="25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운석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반지름 54px의 거대 운석이 화면 외부에서 플레이어를 향해 약하게 유도되며 천천히 진입합니다.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4728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5701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r=54 (일반 장애물의 4~8배)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vx = (player.x - x) × 0.007 × aimMul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isMeteor=true → 글로우 shadowBlur:18 적용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024128"/>
            <a:ext cx="1828800" cy="329184"/>
          </a:xfrm>
          <a:prstGeom prst="rect">
            <a:avLst/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8방향 산란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중형 운석이 날아오다가 1초 후 자폭, 정확히 8방향으로 파편 8개를 방사형으로 퍼뜨립니다.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2764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scatterTimer = 1.0s → doScatter8() 호출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8개 × (PI*2/8)*i 각도로 균등 배치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shape: 초승달·별·우주선·삼각 랜덤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 경고 시퀀스:  eventPhase = 'warning'  →  배너 표시 2.5초  +  경계 펄스 strokeRect  →  fireEvent() 호출  →  nextEventAt += 10s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  감마 레이저 (Gamma Ray)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발동 타임라인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261872"/>
            <a:ext cx="6400800" cy="54864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188720"/>
            <a:ext cx="219456" cy="219456"/>
          </a:xfrm>
          <a:prstGeom prst="ellipse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T=70s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레이저 경고 시작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73552" y="1188720"/>
            <a:ext cx="219456" cy="219456"/>
          </a:xfrm>
          <a:prstGeom prst="ellipse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레이저 발사 (2초간)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85232" y="1188720"/>
            <a:ext cx="219456" cy="219456"/>
          </a:xfrm>
          <a:prstGeom prst="ellipse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T+4s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→ nextLaserAt += 20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96912" y="1188720"/>
            <a:ext cx="219456" cy="219456"/>
          </a:xfrm>
          <a:prstGeom prst="ellipse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T+24s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레이저 경고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FSM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4114800" cy="196596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68880"/>
            <a:ext cx="389534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Laser FSM in update(dt)
</a:t>
            </a:r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'idle'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
    elapsed &gt;= nextLaserAt)
  startLaserWarn()
</a:t>
            </a:r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'warning'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laserWarnTimer -= dt
  if (laserWarnTimer &lt;= 0)
    fireLaser()
}
</a:t>
            </a:r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'firing'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checkLaserHit()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laserFireTimer -= dt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시각 효과 구현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395728"/>
            <a:ext cx="393192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395728"/>
            <a:ext cx="73152" cy="621792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32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점멸 점선 경고선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ctx.setLineDash([8,6])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sin(Date.now()*0.02) 펄스 투명도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60"/>
            <a:ext cx="393192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08960"/>
            <a:ext cx="73152" cy="621792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레이어 (반투명 syan)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흰색 Core 빔 (8px)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min(1,(2-t)*3) 페이드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822192"/>
            <a:ext cx="393192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22192"/>
            <a:ext cx="73152" cy="6217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58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782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laserData.axis에 따라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수평(H) → |player.y - pos| &lt; 14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수직(V) → |player.x - pos| &lt;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09  난이도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73152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121408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67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2167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505456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×0.65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889504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×0.55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27355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65760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03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3703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초보자를 위한 여유로운 속도.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유도성·수량 모두 낮음.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914400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914400"/>
            <a:ext cx="2743200" cy="73152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024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37560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47288" y="1737360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47288" y="2121408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2167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2167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47288" y="2505456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47288" y="2889504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47288" y="327355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0916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12초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47288" y="365760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3703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3703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7472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밸런스.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v4~v5 기준 난이도 8.5 수준.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914400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914400"/>
            <a:ext cx="2743200" cy="73152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1024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217920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익스트림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27648" y="1737360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589520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27648" y="2121408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2167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89520" y="2167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×1.40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27648" y="2505456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89520" y="2551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×1.45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27648" y="2889504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58952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×1.35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27648" y="327355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58952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8초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27648" y="365760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3703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589520" y="3703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×1.5 (+서지보너스)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35508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1개. 50초 이후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 추가 ×1.5 서지 발동.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solidFill>
            <a:srgbClr val="2A001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4360" y="48280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EXTREME SURGE (50s):  spawnMul·speedMul·aimMul 전체 × 1.5  +  점수 × 1.3  /  화면 빨간 펄스 경고 2초  →  surgeActive = true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 리더보드 &amp; UI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 (localStorage)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169164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89534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저장 키: 'evasion_lb_v6'
</a:t>
            </a:r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insertScore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(score, time, diff) {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leaderboard.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({score, time, diff})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leaderboard.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((a,b) =&gt; b.score - a.score)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leaderboard = leaderboard.</a:t>
            </a:r>
            <a:pPr indent="0" marL="0">
              <a:buNone/>
            </a:pP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10)  // 상위 10위
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</a:t>
            </a:r>
            <a:pPr indent="0" marL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</a:t>
            </a:r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('key', JSON.stringify(...))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 구성 요소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73552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19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33192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× 10 × (1+level×0.1) × diffMul × surgeMul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4114800" cy="310896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667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3666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하트 SVG ×5 (EASY/HARD) 또는 ×1 (EXTREME)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14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40142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elapsed.toFixed(1) + 's'  실시간 갱신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4114800" cy="310896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61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4361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Math.floor(t / levelInterval) + 1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09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54480" y="4709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leaderboard[0].score  (항상 최신 유지)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화면 전환 구조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17043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170432"/>
            <a:ext cx="3931920" cy="54864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SCREEN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536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선택 3버튼 (EASY/HARD/EXTREME)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렌더링 (lb-start)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938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GAME 버튼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139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방법 안내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49631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96312"/>
            <a:ext cx="3931920" cy="54864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 (Canvas)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오버레이 (별도 div)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063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배너 (event-title/sub)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264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캔버스 (620×560px)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82219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22192"/>
            <a:ext cx="3931920" cy="54864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SCREEN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187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태그 + 최종 스코어·시간·레벨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돌파 뱃지 (EXTREME)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590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갱신 + NEW 뱃지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4791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MENU 버튼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EVASION Game — 코드 설명 &amp; 구조 정리</dc:title>
  <dc:subject>PptxGenJS Presentation</dc:subject>
  <dc:creator>PptxGenJS</dc:creator>
  <cp:lastModifiedBy>PptxGenJS</cp:lastModifiedBy>
  <cp:revision>1</cp:revision>
  <dcterms:created xsi:type="dcterms:W3CDTF">2026-05-28T06:52:21Z</dcterms:created>
  <dcterms:modified xsi:type="dcterms:W3CDTF">2026-05-28T06:52:21Z</dcterms:modified>
</cp:coreProperties>
</file>